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A29714D-2B8A-EAFC-206A-D4845180B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8675AC7F-3F75-37C3-A625-7B3C194C6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a-ES"/>
              <a:t>Feu clic aquí per editar l'estil de subtítols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E74B5179-3DEA-451D-F1A7-240CFFC05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1A551AD4-90F7-2BBE-B8CA-39A874B7B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AFCA420-994D-029D-7405-F21FC789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225175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59684A3-AACE-FF77-15D6-17C68EEA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32BB2663-E42E-BD64-6F58-FE3C7365A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C75D6770-F375-2F69-B4E1-ED0171F2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4C672929-C886-D18A-F947-2C4CBE91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ECA1018-2075-4C0B-FAFF-0872D14A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34755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FB0B85A-F966-4DF1-B9A1-939932B7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FACD047A-04FC-625D-04C6-F4F130026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3FF6D24D-E6EE-3022-F2CE-94828A3F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3222BC23-6EA5-5FD8-188F-367B4968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C03AABD9-A1AD-F855-2635-A8133763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2880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B212CDE-9FF5-F303-19F3-F824D5295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3E7CE53-3838-AB79-D076-15F223B57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C6F24B35-E0CC-9CBF-D582-B8406A777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7C2C9EC4-F619-1168-780C-98420220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4F3E343A-AE05-748D-0423-16F892986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2D50E1FF-5019-0CC2-209A-EAA97105D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04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93A549C1-2B29-CC33-B451-AE12DD3B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7A7638ED-7330-F7A1-6BF9-A7713EE3F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D81B9C43-3C00-2A99-0154-90E365529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text 4">
            <a:extLst>
              <a:ext uri="{FF2B5EF4-FFF2-40B4-BE49-F238E27FC236}">
                <a16:creationId xmlns:a16="http://schemas.microsoft.com/office/drawing/2014/main" id="{EE42454D-3D1E-9BC8-E0D6-4EFAB385B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6" name="Contenidor de contingut 5">
            <a:extLst>
              <a:ext uri="{FF2B5EF4-FFF2-40B4-BE49-F238E27FC236}">
                <a16:creationId xmlns:a16="http://schemas.microsoft.com/office/drawing/2014/main" id="{95DF7220-4A63-1A05-7241-5A360AC43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7" name="Contenidor de data 6">
            <a:extLst>
              <a:ext uri="{FF2B5EF4-FFF2-40B4-BE49-F238E27FC236}">
                <a16:creationId xmlns:a16="http://schemas.microsoft.com/office/drawing/2014/main" id="{5E99A236-B43A-E812-54CC-95B756F7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8" name="Contenidor de peu de pàgina 7">
            <a:extLst>
              <a:ext uri="{FF2B5EF4-FFF2-40B4-BE49-F238E27FC236}">
                <a16:creationId xmlns:a16="http://schemas.microsoft.com/office/drawing/2014/main" id="{04804633-34A0-BC73-6D31-4F7DF4CED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9" name="Contenidor de número de diapositiva 8">
            <a:extLst>
              <a:ext uri="{FF2B5EF4-FFF2-40B4-BE49-F238E27FC236}">
                <a16:creationId xmlns:a16="http://schemas.microsoft.com/office/drawing/2014/main" id="{2C475C08-4ED9-C8B4-D553-71A558542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45870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93F88BC-9D88-2FC1-5DF9-06DB0C0F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data 2">
            <a:extLst>
              <a:ext uri="{FF2B5EF4-FFF2-40B4-BE49-F238E27FC236}">
                <a16:creationId xmlns:a16="http://schemas.microsoft.com/office/drawing/2014/main" id="{0CB7C43F-ADE3-C327-B30A-9591156A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4" name="Contenidor de peu de pàgina 3">
            <a:extLst>
              <a:ext uri="{FF2B5EF4-FFF2-40B4-BE49-F238E27FC236}">
                <a16:creationId xmlns:a16="http://schemas.microsoft.com/office/drawing/2014/main" id="{4C826A2F-052C-8AD2-E107-8344E7A8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5" name="Contenidor de número de diapositiva 4">
            <a:extLst>
              <a:ext uri="{FF2B5EF4-FFF2-40B4-BE49-F238E27FC236}">
                <a16:creationId xmlns:a16="http://schemas.microsoft.com/office/drawing/2014/main" id="{CD9AE553-CA43-E8B2-3EA4-1F85979C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103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>
            <a:extLst>
              <a:ext uri="{FF2B5EF4-FFF2-40B4-BE49-F238E27FC236}">
                <a16:creationId xmlns:a16="http://schemas.microsoft.com/office/drawing/2014/main" id="{D9D32662-D559-377E-661D-A5E1C5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3" name="Contenidor de peu de pàgina 2">
            <a:extLst>
              <a:ext uri="{FF2B5EF4-FFF2-40B4-BE49-F238E27FC236}">
                <a16:creationId xmlns:a16="http://schemas.microsoft.com/office/drawing/2014/main" id="{479CA6C3-81F7-AFE0-5C3D-41E6CA72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4" name="Contenidor de número de diapositiva 3">
            <a:extLst>
              <a:ext uri="{FF2B5EF4-FFF2-40B4-BE49-F238E27FC236}">
                <a16:creationId xmlns:a16="http://schemas.microsoft.com/office/drawing/2014/main" id="{0AA555E0-09B2-01B1-73F3-1CEE65BF1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2D38EB64-EEDD-5A52-AC60-44CF542EB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5B7C4C07-554E-45EA-A52C-84D3DB66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31D705F0-8C5B-A026-949C-0E87198B3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49BC92E8-22A6-FAE9-2E66-14F9D96F4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D2C7483F-D403-CF9D-3D01-AE01052C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F2351E33-4728-1D7D-554E-063DF33C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17142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569E56F-981F-6127-E9F0-8E45783E8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'imatge 2">
            <a:extLst>
              <a:ext uri="{FF2B5EF4-FFF2-40B4-BE49-F238E27FC236}">
                <a16:creationId xmlns:a16="http://schemas.microsoft.com/office/drawing/2014/main" id="{DED04847-20B5-E86C-29C4-9784D6516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a-ES"/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08B0837D-5214-85AF-5597-B2E369261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20501F75-7C6A-7CF8-1D13-A3CEA29FC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F83820CB-C629-7BB5-9A8E-52D3B68BC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9A23E9BC-9540-0EE4-15D4-4AED02A7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97444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FA7E26A-E180-22CC-8112-B0985538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1FEC636E-0A8D-D501-5DE6-13855A10B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00969A95-50F3-542B-5C9D-03D70253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07A384CC-CF57-C51B-7C8C-BB84A29A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ABB8C07D-B2FC-2280-C08E-14FE37E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97350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>
            <a:extLst>
              <a:ext uri="{FF2B5EF4-FFF2-40B4-BE49-F238E27FC236}">
                <a16:creationId xmlns:a16="http://schemas.microsoft.com/office/drawing/2014/main" id="{456CE0C4-FAD3-10F6-8F58-50B6783B2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79F4F802-C3A3-9BA8-5C41-3012A0E1E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83D7FAAE-E579-8979-BF16-72CF24C0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F5CB72A9-71FC-5408-5DA4-13D9034D7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58B35684-76E5-DDCE-AC2B-1EF0D793C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28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>
            <a:extLst>
              <a:ext uri="{FF2B5EF4-FFF2-40B4-BE49-F238E27FC236}">
                <a16:creationId xmlns:a16="http://schemas.microsoft.com/office/drawing/2014/main" id="{FA40E8C6-B781-BAC8-7B39-9EE25B8ED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8F45CB7E-D175-9992-36DE-48C1D5BE3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19D6C467-6FEE-9DFE-FE59-1E761D72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A73C2953-F674-0D10-BE7A-9FD813433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DCC1D091-1DFF-FC03-BA13-ACE048E6A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94671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3E88293-82B5-0F75-ADAD-D3AD34FC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a-ES" dirty="0"/>
              <a:t>PORTADA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33BDF99F-C81A-EBF3-B1B3-39467C6042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851389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679FA6BF-6CE1-C1A1-3759-11DA52CE0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ENTENDIMIENTO DEL NEGOCIO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C65C45E8-7975-F60E-7BCF-F68582BD9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271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14E42910-7453-E355-36A6-C6865982A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ENTENDIMIENTO DE LOS DATOS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97CDA22B-0093-E606-839E-B4E0181FD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32732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D7E3799F-CE92-A2BC-0C09-96BF51B64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FRAMEWORK METODOLÓGICO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90535EB-0C1F-9D94-D931-11BCB927A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2698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9C0711A-8F6C-0F12-CA6D-38BDEE325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1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C09E49-2314-CAAE-DB9C-8B5A3BC09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8999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E9B8266C-E5D5-BEA2-10F3-12B0836E4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2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5B5C86D-5C1E-8905-982E-884180FDC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86812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60C7F03-56CA-CA3B-1FA5-95D63F512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58AFD39-2AE6-3D17-B6E4-5E8CA1448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1483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C9215775-B83B-FABB-7999-31CAA06A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2DD47E32-EF7A-4F1C-B6BD-DAB29A43D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468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ABDAD233-203F-7C0A-15A4-B4D2118C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7C53B1F1-06EF-F5A9-6BEE-AE3F23B7F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0890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A339733-BE23-C979-E416-86882860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CB79518-0958-33D4-E9B0-09B749824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37920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56CBB04-2387-1479-CB3A-FE475A125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4468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4ED629-6521-4830-4581-1954F7FC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EBEEC56C-0F65-4A46-EC3E-65608F39C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58843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26F8249-4057-A1B6-D24B-4F8C6D09B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Preparación</a:t>
            </a:r>
            <a:r>
              <a:rPr lang="ca-ES" dirty="0"/>
              <a:t> para el </a:t>
            </a:r>
            <a:r>
              <a:rPr lang="ca-ES" dirty="0" err="1"/>
              <a:t>modelado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33CB87B-B723-62D3-F721-B0EF0252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8020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D33024-7E2F-19C8-8180-13323C4A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BC7C7E8-B4C4-93D1-C547-35BDADFB7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3293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FAB87C2-CBC7-4CB6-1DD9-4EB3CF40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D4A93A-E060-BC58-DB75-57FC8FCA6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153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B8151BF-4BC5-A36A-76CA-0669F597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Conclusiones</a:t>
            </a:r>
            <a:r>
              <a:rPr lang="ca-ES" dirty="0"/>
              <a:t> y </a:t>
            </a:r>
            <a:r>
              <a:rPr lang="ca-ES" dirty="0" err="1"/>
              <a:t>proximos</a:t>
            </a:r>
            <a:r>
              <a:rPr lang="ca-ES" dirty="0"/>
              <a:t> </a:t>
            </a:r>
            <a:r>
              <a:rPr lang="ca-ES" dirty="0" err="1"/>
              <a:t>pasos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78B9F8F-42AE-77BD-C6EA-C17762091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55205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ici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44</Words>
  <Application>Microsoft Office PowerPoint</Application>
  <PresentationFormat>Pantalla panoràmica</PresentationFormat>
  <Paragraphs>16</Paragraphs>
  <Slides>16</Slides>
  <Notes>0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3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Tema de l'Office</vt:lpstr>
      <vt:lpstr>PORTADA</vt:lpstr>
      <vt:lpstr>ENTENDIMIENTO DEL NEGOCIO</vt:lpstr>
      <vt:lpstr>ENTENDIMIENTO DE LOS DATOS</vt:lpstr>
      <vt:lpstr>FRAMEWORK METODOLÓGICO</vt:lpstr>
      <vt:lpstr>EDA 1</vt:lpstr>
      <vt:lpstr>EDA 2</vt:lpstr>
      <vt:lpstr>Missings y Outliers</vt:lpstr>
      <vt:lpstr>Missings y Outliers</vt:lpstr>
      <vt:lpstr>Feature Engineering</vt:lpstr>
      <vt:lpstr>Feature Engineering</vt:lpstr>
      <vt:lpstr>Association Rules</vt:lpstr>
      <vt:lpstr>Association Rules</vt:lpstr>
      <vt:lpstr>Preparación para el modelado</vt:lpstr>
      <vt:lpstr>KNN y Naive Bayes</vt:lpstr>
      <vt:lpstr>KNN y Naive Bayes</vt:lpstr>
      <vt:lpstr>Conclusiones y proximos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IKER MARIA MONTES</dc:creator>
  <cp:lastModifiedBy>IKER MARIA MONTES</cp:lastModifiedBy>
  <cp:revision>2</cp:revision>
  <dcterms:created xsi:type="dcterms:W3CDTF">2025-11-09T14:38:01Z</dcterms:created>
  <dcterms:modified xsi:type="dcterms:W3CDTF">2025-11-09T14:42:53Z</dcterms:modified>
</cp:coreProperties>
</file>