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ikermaria.estudios@gmail.com"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6" Type="http://schemas.openxmlformats.org/officeDocument/2006/relationships/hyperlink" Target="https://github.com/benet1one/Mineria" TargetMode="External"/><Relationship Id="rId5" Type="http://schemas.openxmlformats.org/officeDocument/2006/relationships/hyperlink" Target="mailto:ptobelja7@alumnes.ub.edu" TargetMode="External"/><Relationship Id="rId4" Type="http://schemas.openxmlformats.org/officeDocument/2006/relationships/hyperlink" Target="mailto:davide.rota@estudiantat.upc.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Montes, Iker – </a:t>
            </a:r>
            <a:r>
              <a:rPr lang="it-IT" sz="1600" dirty="0">
                <a:hlinkClick r:id="rId3"/>
              </a:rPr>
              <a:t>ikermaria.estudios@gmail.com</a:t>
            </a:r>
            <a:r>
              <a:rPr lang="it-IT" sz="1600" dirty="0"/>
              <a:t> (Doble grado Economía-Estadística, UB-UPC)</a:t>
            </a:r>
          </a:p>
          <a:p>
            <a:pPr algn="l"/>
            <a:r>
              <a:rPr lang="it-IT" sz="1600" dirty="0"/>
              <a:t>Rota, Davide  - </a:t>
            </a:r>
            <a:r>
              <a:rPr lang="it-IT" sz="1600" dirty="0">
                <a:hlinkClick r:id="rId4"/>
              </a:rPr>
              <a:t>davide.rota@estudiantat.upc.edu</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5"/>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6"/>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1067</TotalTime>
  <Words>1850</Words>
  <Application>Microsoft Office PowerPoint</Application>
  <PresentationFormat>Pantalla panoràmica</PresentationFormat>
  <Paragraphs>181</Paragraphs>
  <Slides>17</Slides>
  <Notes>0</Notes>
  <HiddenSlides>0</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IKER MARIA MONTES</cp:lastModifiedBy>
  <cp:revision>27</cp:revision>
  <dcterms:created xsi:type="dcterms:W3CDTF">2025-11-09T14:38:01Z</dcterms:created>
  <dcterms:modified xsi:type="dcterms:W3CDTF">2025-11-11T09:42:55Z</dcterms:modified>
</cp:coreProperties>
</file>